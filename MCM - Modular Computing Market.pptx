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2"/>
  </p:notesMasterIdLst>
  <p:sldIdLst>
    <p:sldId id="348" r:id="rId2"/>
    <p:sldId id="321" r:id="rId3"/>
    <p:sldId id="257" r:id="rId4"/>
    <p:sldId id="286" r:id="rId5"/>
    <p:sldId id="287" r:id="rId6"/>
    <p:sldId id="325" r:id="rId7"/>
    <p:sldId id="320" r:id="rId8"/>
    <p:sldId id="261" r:id="rId9"/>
    <p:sldId id="328" r:id="rId10"/>
    <p:sldId id="311" r:id="rId11"/>
    <p:sldId id="312" r:id="rId12"/>
    <p:sldId id="268" r:id="rId13"/>
    <p:sldId id="265" r:id="rId14"/>
    <p:sldId id="269" r:id="rId15"/>
    <p:sldId id="266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8" r:id="rId26"/>
    <p:sldId id="285" r:id="rId27"/>
    <p:sldId id="256" r:id="rId28"/>
    <p:sldId id="349" r:id="rId29"/>
    <p:sldId id="322" r:id="rId30"/>
    <p:sldId id="315" r:id="rId31"/>
    <p:sldId id="326" r:id="rId32"/>
    <p:sldId id="317" r:id="rId33"/>
    <p:sldId id="310" r:id="rId34"/>
    <p:sldId id="330" r:id="rId35"/>
    <p:sldId id="347" r:id="rId36"/>
    <p:sldId id="332" r:id="rId37"/>
    <p:sldId id="333" r:id="rId38"/>
    <p:sldId id="334" r:id="rId39"/>
    <p:sldId id="335" r:id="rId40"/>
    <p:sldId id="336" r:id="rId41"/>
    <p:sldId id="337" r:id="rId42"/>
    <p:sldId id="338" r:id="rId43"/>
    <p:sldId id="339" r:id="rId44"/>
    <p:sldId id="340" r:id="rId45"/>
    <p:sldId id="341" r:id="rId46"/>
    <p:sldId id="342" r:id="rId47"/>
    <p:sldId id="343" r:id="rId48"/>
    <p:sldId id="344" r:id="rId49"/>
    <p:sldId id="345" r:id="rId50"/>
    <p:sldId id="346" r:id="rId51"/>
  </p:sldIdLst>
  <p:sldSz cx="12192000" cy="6858000"/>
  <p:notesSz cx="6858000" cy="9144000"/>
  <p:embeddedFontLst>
    <p:embeddedFont>
      <p:font typeface="Avenir Next LT Pro Light" panose="020B0304020202020204" pitchFamily="34" charset="0"/>
      <p:regular r:id="rId53"/>
      <p:italic r:id="rId54"/>
    </p:embeddedFont>
    <p:embeddedFont>
      <p:font typeface="Play" panose="020B0604020202020204" charset="0"/>
      <p:regular r:id="rId55"/>
      <p:bold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hjnnOBueEcN0u1kZN0YBhiM5J5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04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263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9A5EA6EC-85DB-151A-17FC-606C0412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08C425F4-837B-81CE-09A7-3143E151F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6F8E043A-41D5-D4AA-9C7B-885BE8CC9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144F7BAD-481E-8656-69A8-52040180F77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4179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EA341289-EF68-BD13-2C24-D9F7851E2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C293D15D-C1A3-22C7-C27F-461D45921C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1B61ED74-D593-0179-C920-72B23C0F31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200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25436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DEADD-6DFA-3F2F-0965-1510903EE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91750705-BE33-4417-3F19-19DF0C1FF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6890768-5156-3D79-029D-97499DD1F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6ABC735-514E-ABE8-5E30-E5BA09A196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1622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4621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C6E2-FF46-9001-8487-8867EDE88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BFB505F1-BDA9-FA9A-A507-94C256FC78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291715D-ABF7-5C86-55A4-F32111A2E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33F8096-367D-F6B8-E46A-5EE16C3D948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638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6672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57402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263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320C1BC5-FC8D-B123-A102-F4D8CDDF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3995AF3-12CE-4570-A4FF-E28E8CA188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9A06D543-86CF-6FB3-06BE-F4D888FE53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7651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>
          <a:extLst>
            <a:ext uri="{FF2B5EF4-FFF2-40B4-BE49-F238E27FC236}">
              <a16:creationId xmlns:a16="http://schemas.microsoft.com/office/drawing/2014/main" id="{4329DFEB-5E94-5C66-DEA6-9707DA67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>
            <a:extLst>
              <a:ext uri="{FF2B5EF4-FFF2-40B4-BE49-F238E27FC236}">
                <a16:creationId xmlns:a16="http://schemas.microsoft.com/office/drawing/2014/main" id="{B7555E9F-8EB6-D961-7A52-6AAA4D2F1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>
            <a:extLst>
              <a:ext uri="{FF2B5EF4-FFF2-40B4-BE49-F238E27FC236}">
                <a16:creationId xmlns:a16="http://schemas.microsoft.com/office/drawing/2014/main" id="{D2650D38-E60E-836C-47D2-89F4357F7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393300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AB2E-6E90-1033-5D45-D50FB1818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FDE6E9-FC87-E40D-FD7A-72BE8560D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A9177783-AC1E-5CC4-05D6-ECC2C5619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F8E3EF0-DE1E-6459-8677-F371A82199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170774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60992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3ACEF-0F3A-5D64-3048-E4075CA6E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D49E9FB6-67A4-DED2-F17F-B84285D11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C85D881-BAC1-5744-6C0A-204F7489A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6C5C206-34C2-2DCA-5A0F-B9D15E26A90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6330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F6D34-72B4-C81C-3C8C-2BB1BB61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811E37E5-16C3-69B7-50EC-C929017C7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0AFA958-B819-0BA3-0078-0BB39DFDE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41D43D7-DE74-F90A-4B82-FB8AB5E69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9768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17BD-E980-622B-164D-139989B9F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07A38AB-C018-F3E4-B8C6-06E1730FE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DFA00CE-00FC-1400-63C5-E8456C2C8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7A83D42-ED36-9E4F-46B8-F3C3C51645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924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1038F-B0D3-F11A-A5A2-FE4D0759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CD773C-96E9-F9EB-29E8-C073F66CB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E4C402E-08DA-A992-EB7D-041E2CA6B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218B2CBB-5584-3109-1F0E-F67F56667D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18821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>
          <a:extLst>
            <a:ext uri="{FF2B5EF4-FFF2-40B4-BE49-F238E27FC236}">
              <a16:creationId xmlns:a16="http://schemas.microsoft.com/office/drawing/2014/main" id="{C4CB59B7-7983-07EB-5AFF-54AFA13B6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>
            <a:extLst>
              <a:ext uri="{FF2B5EF4-FFF2-40B4-BE49-F238E27FC236}">
                <a16:creationId xmlns:a16="http://schemas.microsoft.com/office/drawing/2014/main" id="{9D6E1B7B-0F71-2741-D6CA-22C7FB7204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>
            <a:extLst>
              <a:ext uri="{FF2B5EF4-FFF2-40B4-BE49-F238E27FC236}">
                <a16:creationId xmlns:a16="http://schemas.microsoft.com/office/drawing/2014/main" id="{9848DD35-84F4-F827-542D-2AF60FCA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0124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2" name="Google Shape;22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8" name="Google Shape;28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9" name="Google Shape;29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40" name="Google Shape;40;p3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3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3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 dirty="0"/>
          </a:p>
        </p:txBody>
      </p:sp>
      <p:sp>
        <p:nvSpPr>
          <p:cNvPr id="46" name="Google Shape;46;p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2" name="Google Shape;52;p4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3" name="Google Shape;53;p4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4" name="Google Shape;54;p4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5" name="Google Shape;55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 dirty="0"/>
          </a:p>
        </p:txBody>
      </p:sp>
      <p:sp>
        <p:nvSpPr>
          <p:cNvPr id="61" name="Google Shape;61;p4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2" name="Google Shape;62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9" name="Google Shape;69;p4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5" name="Google Shape;75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1" name="Google Shape;81;p4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2" name="Google Shape;1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0354EC50-6145-5A71-A37F-04C21E64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AE903829-1A5D-633F-5F4C-A4D27C7A9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5B40E71-751D-BAC8-9C32-CF94EF093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7EFED4ED-B22F-8B28-128B-AEF32E64B44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Kész</a:t>
            </a:r>
            <a:r>
              <a:rPr lang="en-US" sz="3000" dirty="0">
                <a:latin typeface="Aptos" panose="020B0004020202020204" pitchFamily="34" charset="0"/>
              </a:rPr>
              <a:t>í</a:t>
            </a: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tette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Bakk Hunor, Pásztor Simon, Halász  Marcell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>
            <a:extLst>
              <a:ext uri="{FF2B5EF4-FFF2-40B4-BE49-F238E27FC236}">
                <a16:creationId xmlns:a16="http://schemas.microsoft.com/office/drawing/2014/main" id="{941434D0-3546-D9B3-DE2A-7A3164429D5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23DBFBE-4413-8110-5FDE-E4779F306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58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E1F5EC3F-0324-D0E7-7961-DE468081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3B208FDA-8070-9721-7777-740B923D1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0C9C4C34-A2C6-191C-8C66-FE5A778FB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8A6DADDF-80BF-E929-68EE-08E488CB11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88829" y="256015"/>
            <a:ext cx="4175783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tagok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7D2139D3-281F-0EBC-2122-30EF7270C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  <a:sym typeface="Arial"/>
              </a:rPr>
              <a:t>Projekt </a:t>
            </a:r>
            <a:r>
              <a:rPr lang="en-US" dirty="0" err="1">
                <a:latin typeface="Aptos" panose="020B0004020202020204" pitchFamily="34" charset="0"/>
                <a:sym typeface="Arial"/>
              </a:rPr>
              <a:t>vezet</a:t>
            </a:r>
            <a:r>
              <a:rPr lang="hu-HU" dirty="0">
                <a:latin typeface="Aptos" panose="020B0004020202020204" pitchFamily="34" charset="0"/>
                <a:sym typeface="Arial"/>
              </a:rPr>
              <a:t>ő </a:t>
            </a:r>
            <a:r>
              <a:rPr lang="hu-HU" dirty="0">
                <a:latin typeface="Aptos" panose="020B0004020202020204" pitchFamily="34" charset="0"/>
              </a:rPr>
              <a:t>és </a:t>
            </a:r>
            <a:r>
              <a:rPr lang="en-US" dirty="0">
                <a:latin typeface="Aptos" panose="020B0004020202020204" pitchFamily="34" charset="0"/>
                <a:sym typeface="Arial"/>
              </a:rPr>
              <a:t>Frontend –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  <a:sym typeface="Arial"/>
              </a:rPr>
              <a:t>Bakk Hunor</a:t>
            </a: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</a:t>
            </a:r>
            <a:r>
              <a:rPr lang="en-US" dirty="0" err="1">
                <a:latin typeface="Aptos" panose="020B0004020202020204" pitchFamily="34" charset="0"/>
              </a:rPr>
              <a:t>felhasználói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felület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en-US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Backend – P</a:t>
            </a:r>
            <a:r>
              <a:rPr lang="hu-HU" dirty="0">
                <a:latin typeface="Aptos" panose="020B0004020202020204" pitchFamily="34" charset="0"/>
              </a:rPr>
              <a:t>ásztor Simon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</a:t>
            </a:r>
            <a:r>
              <a:rPr lang="en-US" dirty="0" err="1">
                <a:latin typeface="Aptos" panose="020B0004020202020204" pitchFamily="34" charset="0"/>
              </a:rPr>
              <a:t>fejlesztés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hu-HU" dirty="0">
                <a:latin typeface="Aptos" panose="020B0004020202020204" pitchFamily="34" charset="0"/>
                <a:sym typeface="Arial"/>
              </a:rPr>
              <a:t>Adatbázis </a:t>
            </a:r>
            <a:r>
              <a:rPr lang="en-US" dirty="0">
                <a:latin typeface="Aptos" panose="020B0004020202020204" pitchFamily="34" charset="0"/>
              </a:rPr>
              <a:t>–</a:t>
            </a:r>
            <a:r>
              <a:rPr lang="hu-HU" dirty="0">
                <a:latin typeface="Aptos" panose="020B0004020202020204" pitchFamily="34" charset="0"/>
              </a:rPr>
              <a:t> Halász Marcell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 err="1">
                <a:latin typeface="Aptos" panose="020B0004020202020204" pitchFamily="34" charset="0"/>
              </a:rPr>
              <a:t>Adatbázis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tervezés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9D72540-04D8-4743-9B2E-18D5D408F84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B272E44-9E80-9741-2789-B686940286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5462CA70-E106-5C5F-36FA-DFFFAB419D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29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1F99C0A6-6EFA-0862-05EB-9F6C79952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3952902" y="284932"/>
            <a:ext cx="4595817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tém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ája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r>
              <a:rPr lang="en-US" sz="3000" dirty="0" err="1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Projektünk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</a:rPr>
              <a:t> f</a:t>
            </a:r>
            <a:r>
              <a:rPr lang="hu-HU" sz="3000" dirty="0">
                <a:solidFill>
                  <a:schemeClr val="tx1"/>
                </a:solidFill>
                <a:latin typeface="Aptos" panose="020B0004020202020204" pitchFamily="34" charset="0"/>
              </a:rPr>
              <a:t>ő célja hogy létrehozzunk egy olyan webshopot, ahol a vásárló kedve szerint tud vásárolni hardvert, kulcsot vagy ajándékkártyát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.</a:t>
            </a:r>
            <a:endParaRPr lang="hu-HU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endParaRPr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Digitális termékek (kulcsok) - fiók nélkül</a:t>
            </a: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 Hardver vásárlás - profil szükséges</a:t>
            </a:r>
            <a:endParaRPr lang="en-US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F1D9734-A000-B323-9011-5340A1CED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1E2145B-922B-554A-2A4F-3FB1D1B1D9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C55DD21-3BA5-DA92-AA97-37F73840F5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68F5858-BB73-8D18-6D56-BC3EA258B3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370" y="289849"/>
            <a:ext cx="5456563" cy="866200"/>
          </a:xfrm>
        </p:spPr>
        <p:txBody>
          <a:bodyPr>
            <a:noAutofit/>
          </a:bodyPr>
          <a:lstStyle/>
          <a:p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Amit használtam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Frontend </a:t>
            </a:r>
            <a:r>
              <a:rPr lang="en-US" sz="3000" b="1" dirty="0" err="1">
                <a:latin typeface="Aptos" panose="020B0004020202020204" pitchFamily="34" charset="0"/>
              </a:rPr>
              <a:t>technológiák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Tov</a:t>
            </a:r>
            <a:r>
              <a:rPr lang="hu-HU" sz="3000" b="1" dirty="0" err="1">
                <a:latin typeface="Aptos" panose="020B0004020202020204" pitchFamily="34" charset="0"/>
              </a:rPr>
              <a:t>ábbi</a:t>
            </a:r>
            <a:r>
              <a:rPr lang="hu-HU" sz="3000" b="1" dirty="0">
                <a:latin typeface="Aptos" panose="020B0004020202020204" pitchFamily="34" charset="0"/>
              </a:rPr>
              <a:t> </a:t>
            </a:r>
            <a:r>
              <a:rPr lang="en-US" sz="3000" b="1" dirty="0" err="1">
                <a:latin typeface="Aptos" panose="020B0004020202020204" pitchFamily="34" charset="0"/>
              </a:rPr>
              <a:t>programok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31D2688-8699-A49E-5225-D1E84844CD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C25F3D5-3E5B-6FDE-C7E1-B8578A7577A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7941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BA1F86A-FC29-1714-968A-8D3DAA6E8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6E5759F6-27AB-B50C-5387-949AC8941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82BE4140-47F5-53BF-CF7E-E827D8B5A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201" y="1064440"/>
            <a:ext cx="5928325" cy="5135526"/>
          </a:xfrm>
        </p:spPr>
        <p:txBody>
          <a:bodyPr>
            <a:noAutofit/>
          </a:bodyPr>
          <a:lstStyle/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Features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Az alkalmazás fő funkciói külön modulokban 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Shared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 err="1">
                <a:latin typeface="Aptos" panose="020B0004020202020204" pitchFamily="34" charset="0"/>
                <a:cs typeface="Times New Roman" panose="02020603050405020304" pitchFamily="18" charset="0"/>
              </a:rPr>
              <a:t>Újrahasználható</a:t>
            </a: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 komponensek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Assets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Képek és ikonok.</a:t>
            </a:r>
          </a:p>
        </p:txBody>
      </p:sp>
      <p:sp>
        <p:nvSpPr>
          <p:cNvPr id="11" name="Cím 10">
            <a:extLst>
              <a:ext uri="{FF2B5EF4-FFF2-40B4-BE49-F238E27FC236}">
                <a16:creationId xmlns:a16="http://schemas.microsoft.com/office/drawing/2014/main" id="{0428B812-C8F8-5B11-8E11-FA06A4E8A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359" y="218984"/>
            <a:ext cx="5240377" cy="62647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Mappastruktúra</a:t>
            </a:r>
            <a:endParaRPr lang="en-US" sz="4800" dirty="0">
              <a:latin typeface="Aptos" panose="020B00040202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119180F-DC0B-E9B9-CCCB-CCB924381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25D172A-3416-B403-DAFE-A0031F3C51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8493" y="1201086"/>
            <a:ext cx="3129289" cy="536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75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9923B-AFE5-4796-B499-9149C6EA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9C82EE7B-A1BF-8A25-4A48-BE6D2CC9E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" y="0"/>
            <a:ext cx="12192000" cy="6858000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394C50B9-7BCE-CF8A-3E6B-51C69F802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4" y="2794404"/>
            <a:ext cx="3502239" cy="19524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7DE03E-B526-5998-26AE-59019A00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5959" y="188052"/>
            <a:ext cx="3712433" cy="682074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App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routes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4C2C939-51DB-2C56-3F05-A4C3ACCCD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434" y="2794404"/>
            <a:ext cx="3502239" cy="19524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 Router </a:t>
            </a:r>
            <a:r>
              <a:rPr lang="en-US" sz="3000" dirty="0" err="1">
                <a:latin typeface="Aptos" panose="020B0004020202020204" pitchFamily="34" charset="0"/>
              </a:rPr>
              <a:t>kezeli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alkalmazás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navigációját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CC84A03-0EF5-6053-947C-CCF17033A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279" y="1415443"/>
            <a:ext cx="7164287" cy="4714774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D1B4A8C9-6E99-9283-247F-5E78EDD4977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03698A-41D3-2FB2-8B38-C23BD91EE65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2C72D96-E695-CCCF-2F58-2171C1DC05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22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B7EB7E65-2B2B-0228-2974-0B863FEA1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8D7FA7C9-F71D-FB30-2C18-E2A49AAB7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5237" y="0"/>
            <a:ext cx="5858323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Főoldal </a:t>
            </a:r>
            <a:r>
              <a:rPr lang="en-US" sz="4800" dirty="0">
                <a:latin typeface="Aptos" panose="020B0004020202020204" pitchFamily="34" charset="0"/>
              </a:rPr>
              <a:t>+ </a:t>
            </a:r>
            <a:r>
              <a:rPr lang="en-US" sz="4800" dirty="0" err="1">
                <a:latin typeface="Aptos" panose="020B0004020202020204" pitchFamily="34" charset="0"/>
              </a:rPr>
              <a:t>Funkci</a:t>
            </a:r>
            <a:r>
              <a:rPr lang="hu-HU" sz="4800" dirty="0">
                <a:latin typeface="Aptos" panose="020B0004020202020204" pitchFamily="34" charset="0"/>
              </a:rPr>
              <a:t>ók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7E8524F6-AC85-4F2B-DE87-3142AE1013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9ED4E40-5756-5704-20BF-D531927FB8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5C7CA18-7EC0-7197-2D21-3B9C40F33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72CCD6C-1451-59AC-74C9-23C1311019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D9F12B83-2979-0815-8047-17ADD9F087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705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4" y="177678"/>
            <a:ext cx="5155493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Kosár </a:t>
            </a:r>
            <a:r>
              <a:rPr lang="en-US" dirty="0">
                <a:latin typeface="Aptos" panose="020B0004020202020204" pitchFamily="34" charset="0"/>
              </a:rPr>
              <a:t>+</a:t>
            </a:r>
            <a:r>
              <a:rPr lang="hu-HU" dirty="0">
                <a:latin typeface="Aptos" panose="020B0004020202020204" pitchFamily="34" charset="0"/>
              </a:rPr>
              <a:t> Pénztár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A5FBC871-4314-81E5-BAA0-E2B00BA642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5AA0-3D4E-B3FF-77B3-9019AAA11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BAB86684-C5E6-E09B-93D4-D2E2CACF5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73514157-A8E8-FF5E-6503-4ADC48DD2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F87AD7D-F828-0224-A4E2-D9232A015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3" y="189252"/>
            <a:ext cx="5236882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Felugró ablakok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25AC3F2A-0DD9-6B02-C382-9667961C7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weboldalon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hu-HU" sz="3000" dirty="0">
                <a:latin typeface="Aptos" panose="020B0004020202020204" pitchFamily="34" charset="0"/>
              </a:rPr>
              <a:t>modális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ablakokat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használ</a:t>
            </a:r>
            <a:r>
              <a:rPr lang="hu-HU" sz="3000" dirty="0" err="1">
                <a:latin typeface="Aptos" panose="020B0004020202020204" pitchFamily="34" charset="0"/>
              </a:rPr>
              <a:t>unk</a:t>
            </a:r>
            <a:r>
              <a:rPr lang="hu-HU" sz="3000" dirty="0">
                <a:latin typeface="Aptos" panose="020B0004020202020204" pitchFamily="34" charset="0"/>
              </a:rPr>
              <a:t>.</a:t>
            </a:r>
            <a:endParaRPr lang="en-US" sz="3000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C20CD0A-BF89-7F67-59D5-10BF45BEF7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1D6760-D0D9-1BF7-054B-05AC4B8277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D712044-6786-04F1-FD93-726E07952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ADE19EA3-905F-58D6-E6AA-31AB8EC1B382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35509B46-3627-812D-A6C2-BD7FBAAFCAE7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BB96BE-D51A-0EDC-9D0A-5DF1202CEE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27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0619985A-D699-65EC-EC61-AD6623A9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C514922-D605-2C1B-6F27-875B14D9C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657" y="1609798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46AEEA-9F7C-E708-1B36-60AA1036F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020" y="270216"/>
            <a:ext cx="3131434" cy="866197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EBE669-A2B6-4FD7-80CC-28E4E3CF7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projekt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backend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része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Node.js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alapú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Express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keretrendszerrel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működik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Ez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REST API,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amely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frontend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számára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fog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biztosítani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adatkezelési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végpontokat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6FB642-0DF6-95ED-32A9-CDED06614EB1}"/>
              </a:ext>
            </a:extLst>
          </p:cNvPr>
          <p:cNvSpPr txBox="1"/>
          <p:nvPr/>
        </p:nvSpPr>
        <p:spPr>
          <a:xfrm>
            <a:off x="1448953" y="3421329"/>
            <a:ext cx="9294094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A backend </a:t>
            </a:r>
            <a:r>
              <a:rPr lang="en-US" sz="2400" dirty="0" err="1">
                <a:latin typeface="Aptos" panose="020B0004020202020204" pitchFamily="34" charset="0"/>
              </a:rPr>
              <a:t>feladatai</a:t>
            </a:r>
            <a:r>
              <a:rPr lang="en-US" sz="24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Kosárkezelés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Rendeléskezelés</a:t>
            </a:r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Készletellenőrzés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csökkentés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Jogosultságkezelés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</a:p>
          <a:p>
            <a:pPr algn="l"/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C6384965-CD58-7E3E-E67E-9ED0C19FC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414905E-4A21-2969-A170-0C94EF3B2FD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5671FDB2-D02E-00B7-4D52-46326EB0F08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6146585-1B2D-B20F-B36C-64474919E9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441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A51C136-000F-CAB0-5D38-8E4F9F6BE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D09B2570-5B84-291B-80CB-C3A855909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892DC8-AFF9-387A-9041-17C5F997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en-US" sz="4800" dirty="0" err="1"/>
              <a:t>Mappa</a:t>
            </a:r>
            <a:r>
              <a:rPr lang="en-US" sz="4800" b="0" dirty="0" err="1"/>
              <a:t>struktúra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6350F-7E77-F3AE-8C2B-767B9A97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7B4D7-0EC2-DE37-AD8E-2AF3FA45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54810-8AF9-7400-386A-F184E6A45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C28215-4D82-74B7-FF24-1F2CDF90A579}"/>
              </a:ext>
            </a:extLst>
          </p:cNvPr>
          <p:cNvSpPr txBox="1"/>
          <p:nvPr/>
        </p:nvSpPr>
        <p:spPr>
          <a:xfrm>
            <a:off x="460199" y="1205602"/>
            <a:ext cx="406884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/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beállítása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endParaRPr lang="en-US" sz="2000" b="1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Üzleti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logika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Tranzakciók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Stock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Jogosultság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struktúra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ORM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lekérdezése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mentése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HTTP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végpontok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34DCED-16E2-E924-2475-4C422470C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312A85F2-8460-8F51-B7A7-25950DE5494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BBCF1905-7C96-53BA-57F7-06F4A79A678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5C3C6BC0-E7AF-46D8-FCFA-51ED63C68E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59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05EB2BBC-B0B2-1B83-F410-DDA265606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CD72FAB-1F45-01A9-CEF4-2813A98E4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659574DD-1399-7276-0629-36C578529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930C54-AC1C-EF04-FCBB-337234EFB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257" y="301671"/>
            <a:ext cx="4114794" cy="767405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DB48A-723C-BC60-0D4E-04C517E51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endParaRPr lang="en-US" sz="1800" b="1" dirty="0">
              <a:latin typeface="Aptos" panose="020B0004020202020204" pitchFamily="34" charset="0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Auth.middleware.js: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JWT-t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az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authorization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fejlécben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a token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adatai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bekerülnek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req.user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objektumba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hiányzik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kap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(401 / 403).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Védett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végpontoknál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használjuk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Optional.middleware.js: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Opcionálisan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tokent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van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token,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betölti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nincs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vendégként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folytatódik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85E68-D49F-D74E-6199-94412F6664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24D4-CDCA-19A4-9108-E6D9FDBC0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BABEB-48EB-7D3C-9BDA-33B6953CE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DAFB100-0F2C-06F6-03AD-10B1383B4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A195F32C-D87C-CCA9-06A9-76918A5A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DB9D6E-ECCE-9C78-104D-2F53B3C11DF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FD31C93E-21F7-7965-D78E-31131A5AB1B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5582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12780BB-CFC2-C16D-BB0E-7CC4A71EF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910CB78-856C-A874-F451-DAE2BE5056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2C593D-211D-37B8-3602-5E72E15BE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6055321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295B5-D7BE-519C-750F-F4E3F1A27F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D09E3B-1741-54DE-4202-8899E9E7E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629EC-C45D-9621-5677-707553DF1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561E52-992A-2D04-4DC0-B675F845ED36}"/>
              </a:ext>
            </a:extLst>
          </p:cNvPr>
          <p:cNvSpPr txBox="1"/>
          <p:nvPr/>
        </p:nvSpPr>
        <p:spPr>
          <a:xfrm>
            <a:off x="460201" y="1291160"/>
            <a:ext cx="3914229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Új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létrehozása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titkosítása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hogy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foglalt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-e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</a:rPr>
              <a:t>Utána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automatikus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bejelentkezés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99D6B4-F8B0-E02D-9AC3-C30F9234122F}"/>
              </a:ext>
            </a:extLst>
          </p:cNvPr>
          <p:cNvSpPr txBox="1"/>
          <p:nvPr/>
        </p:nvSpPr>
        <p:spPr>
          <a:xfrm>
            <a:off x="461056" y="3476435"/>
            <a:ext cx="6017680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000" dirty="0" err="1">
              <a:latin typeface="Aptos" panose="020B0004020202020204" pitchFamily="34" charset="0"/>
            </a:endParaRPr>
          </a:p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dirty="0" err="1">
                <a:latin typeface="Aptos" panose="020B0004020202020204" pitchFamily="34" charset="0"/>
              </a:rPr>
              <a:t>Feladata</a:t>
            </a:r>
            <a:r>
              <a:rPr lang="en-US" sz="20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keresése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adatbázisban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generálás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58A2C6A-2ACD-594E-0841-EF4544E189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046F3BC-5BC2-B72B-02DD-243923BDA3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C954D6-7E1E-A038-9C71-15A25067C93A}"/>
              </a:ext>
            </a:extLst>
          </p:cNvPr>
          <p:cNvSpPr txBox="1"/>
          <p:nvPr/>
        </p:nvSpPr>
        <p:spPr>
          <a:xfrm>
            <a:off x="10226436" y="4983395"/>
            <a:ext cx="208503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82F34CDB-8025-66C9-9F86-53CA5D5BDC9D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CFEB5F82-BF94-0819-DDDE-A890A85E38C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3417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4526AB57-EDB9-27C0-81BF-447B972F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E93651C7-F140-480F-4A06-D9C28A67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DDFDD8-9816-313B-BC4B-743314072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49" y="245159"/>
            <a:ext cx="6765911" cy="709355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3722-FE33-0042-03D4-5F58CC3B5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7"/>
            <a:ext cx="3405873" cy="2605361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0000"/>
                </a:solidFill>
                <a:latin typeface="Aptos" panose="020B0004020202020204" pitchFamily="34" charset="0"/>
              </a:rPr>
              <a:t>Felhasználóknak</a:t>
            </a:r>
            <a:r>
              <a:rPr lang="en-US" sz="2000" b="1" dirty="0">
                <a:solidFill>
                  <a:srgbClr val="000000"/>
                </a:solidFill>
                <a:latin typeface="Aptos" panose="020B0004020202020204" pitchFamily="34" charset="0"/>
              </a:rPr>
              <a:t>: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Megvásárolható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az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összes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endParaRPr lang="en-US" sz="2000" dirty="0">
              <a:latin typeface="Aptos" panose="020B0004020202020204" pitchFamily="34" charset="0"/>
            </a:endParaRP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Hardver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vásárlása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esetén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kötelező</a:t>
            </a:r>
            <a:r>
              <a:rPr lang="en-US" sz="2000" dirty="0">
                <a:latin typeface="Aptos" panose="020B0004020202020204" pitchFamily="34" charset="0"/>
              </a:rPr>
              <a:t> a </a:t>
            </a:r>
            <a:r>
              <a:rPr lang="en-US" sz="2000" dirty="0" err="1">
                <a:latin typeface="Aptos" panose="020B0004020202020204" pitchFamily="34" charset="0"/>
              </a:rPr>
              <a:t>szállítási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adatok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megadása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B424B-F7EA-8E51-706E-70D590CDC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2E393-B92B-CDF6-8025-0E68A23A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77FB-4951-6286-17F0-1CDF2B3C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314DB2F-12AA-2A5D-6E6D-F42A31760AEF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>
                <a:latin typeface="Aptos" panose="020B0004020202020204" pitchFamily="34" charset="0"/>
              </a:rPr>
              <a:t>Vendégeknek</a:t>
            </a:r>
            <a:r>
              <a:rPr lang="en-US" b="1" dirty="0">
                <a:latin typeface="Aptos" panose="020B0004020202020204" pitchFamily="34" charset="0"/>
              </a:rPr>
              <a:t>:</a:t>
            </a:r>
            <a:endParaRPr lang="en-US" dirty="0"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Csak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játékkulcs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ajándékkártya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vásárolható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Elég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egy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email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cím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Privát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kényelmes</a:t>
            </a:r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9EB514-1B33-170C-6312-EA0FDE81F26F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latin typeface="Aptos" panose="020B0004020202020204" pitchFamily="34" charset="0"/>
              </a:rPr>
              <a:t>Példa</a:t>
            </a:r>
            <a:r>
              <a:rPr lang="en-US" dirty="0">
                <a:latin typeface="Aptos" panose="020B0004020202020204" pitchFamily="34" charset="0"/>
              </a:rPr>
              <a:t>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0093A2-8EFF-4B3C-7CAC-E1B1EB78545A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latin typeface="Aptos" panose="020B0004020202020204" pitchFamily="34" charset="0"/>
              </a:rPr>
              <a:t>Példa</a:t>
            </a:r>
            <a:r>
              <a:rPr lang="en-US" sz="2400" dirty="0">
                <a:latin typeface="Aptos" panose="020B0004020202020204" pitchFamily="34" charset="0"/>
              </a:rPr>
              <a:t>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F787B0B-9D6F-F86C-31B4-3A1369FE5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8D18BCA-B9B4-A7FD-0252-6E3E64EF386D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50F9C401-8895-EA14-8309-5D10FD691E3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4595D961-EF54-345A-AB55-D5C466E3DF2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3055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684B6D88-C097-C695-2E4E-DB628F78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B31D283-5246-C538-2E4C-031F2FD246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B3DBC2-FC9B-9487-C616-33A7E3C60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működés</a:t>
            </a:r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/postman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tesztek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06D9-CEA5-7FB0-1BDA-38CF8F2E7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9AA32-3858-EDD7-DCA4-3D0DD36CF2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744A3-406C-01F7-7606-DB067A8E3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CDF08F-3A76-D025-217F-03FF2BB3B3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09363E45-1DAA-EFAB-4335-63EF08B492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4B0932E2-945A-E074-3754-0DE01955C53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9340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9942430-273C-9A8F-40A1-CFCAEC378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337" y="26960"/>
            <a:ext cx="10518125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>
                <a:latin typeface="Aptos" panose="020B0004020202020204" pitchFamily="34" charset="0"/>
              </a:rPr>
              <a:t>Adatbázis tervezése és működése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projektünk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digitális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termékeket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árusító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játékokat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kulcsokat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giftcardokat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kezel</a:t>
            </a:r>
            <a:r>
              <a:rPr lang="en-US" sz="3000" dirty="0">
                <a:latin typeface="Aptos" panose="020B0004020202020204" pitchFamily="34" charset="0"/>
              </a:rPr>
              <a:t>. A </a:t>
            </a:r>
            <a:r>
              <a:rPr lang="en-US" sz="3000" dirty="0" err="1">
                <a:latin typeface="Aptos" panose="020B0004020202020204" pitchFamily="34" charset="0"/>
              </a:rPr>
              <a:t>rendszer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egyik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legfontosabb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része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minden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felhasználói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termék</a:t>
            </a:r>
            <a:r>
              <a:rPr lang="en-US" sz="3000" dirty="0">
                <a:latin typeface="Aptos" panose="020B0004020202020204" pitchFamily="34" charset="0"/>
              </a:rPr>
              <a:t>-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rendelési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adatot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tárol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A6C45D6F-3E8F-ECB2-6243-2A85CAF567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CA4B60E9-CABD-4883-BF33-DCB93425324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1592E8B9-6F0D-2D33-AC60-902EBCD5568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5CFF89D-6A84-D64D-62C0-3B61E50E2B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29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6E552-F455-68DF-D4F9-98F82AE3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C5DB142-E73E-E299-E2F2-027211FD6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1F733BD-8F6C-65CB-D482-37688FC6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1EE6803-4D57-D1C8-21FA-0F10A1D48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765552" cy="1325563"/>
          </a:xfrm>
        </p:spPr>
        <p:txBody>
          <a:bodyPr>
            <a:normAutofit fontScale="90000"/>
          </a:bodyPr>
          <a:lstStyle/>
          <a:p>
            <a:r>
              <a:rPr lang="hu-HU" dirty="0"/>
              <a:t>  </a:t>
            </a:r>
            <a:r>
              <a:rPr lang="hu-HU" sz="5300" dirty="0">
                <a:latin typeface="Aptos" panose="020B0004020202020204" pitchFamily="34" charset="0"/>
              </a:rPr>
              <a:t>Adatbázis</a:t>
            </a:r>
            <a:r>
              <a:rPr lang="hu-HU" sz="4800" dirty="0">
                <a:latin typeface="Aptos" panose="020B0004020202020204" pitchFamily="34" charset="0"/>
              </a:rPr>
              <a:t> technológiája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F2836B-4758-1D4C-6205-DA8297062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9" y="1648002"/>
            <a:ext cx="5600800" cy="4254549"/>
          </a:xfrm>
        </p:spPr>
        <p:txBody>
          <a:bodyPr/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sz="3000" dirty="0">
                <a:latin typeface="Aptos" panose="020B0004020202020204" pitchFamily="34" charset="0"/>
              </a:rPr>
              <a:t>– MySQL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XAMPP </a:t>
            </a:r>
            <a:r>
              <a:rPr lang="en-US" sz="3000" dirty="0" err="1">
                <a:latin typeface="Aptos" panose="020B0004020202020204" pitchFamily="34" charset="0"/>
              </a:rPr>
              <a:t>környezet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phpMyAdmin </a:t>
            </a:r>
            <a:r>
              <a:rPr lang="en-US" sz="3000" dirty="0" err="1">
                <a:latin typeface="Aptos" panose="020B0004020202020204" pitchFamily="34" charset="0"/>
              </a:rPr>
              <a:t>kezelőfelület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Backend: Node.js + Express + </a:t>
            </a:r>
            <a:r>
              <a:rPr lang="en-US" sz="3000" dirty="0" err="1">
                <a:latin typeface="Aptos" panose="020B0004020202020204" pitchFamily="34" charset="0"/>
              </a:rPr>
              <a:t>Sequelize</a:t>
            </a:r>
            <a:r>
              <a:rPr lang="en-US" sz="3000" dirty="0">
                <a:latin typeface="Aptos" panose="020B0004020202020204" pitchFamily="34" charset="0"/>
              </a:rPr>
              <a:t> ORM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7A0608-47A3-C147-6343-BBD557C1E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9253F6A-901A-538B-4669-9C50A328F3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456500B9-04BB-825F-05B2-640328465C7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45974BB-863A-F42B-C89A-5F7B08E12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501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4042-20D0-67F0-65F1-8F17213B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D6337F2-17AB-0922-3C43-6867BF788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CC30DF9-6F70-AFE7-D226-9C4487BBE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5285" y="60167"/>
            <a:ext cx="6982629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Az adatbázis fő táblái</a:t>
            </a: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E7398E30-B227-42B0-1970-741FAB17D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BC2D559-E4B4-4E35-AD70-0036DD467F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665C661E-354F-19AB-3724-3E7700AFD9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85BDC80-B592-A0F6-E825-34BE0BEEF2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76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6780F-48FF-AF6D-8FBC-D89FB32E2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44F1DE9-9C91-25BC-C8AC-4FC52CACE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E1207EA-2CD5-D2C2-BAEC-1A6583416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8"/>
            <a:ext cx="5380160" cy="111838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CF798A6-77D3-E4E6-0416-FBA858A60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381" y="62314"/>
            <a:ext cx="3501045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Users</a:t>
            </a:r>
            <a:r>
              <a:rPr lang="hu-HU" sz="4800" dirty="0">
                <a:latin typeface="Aptos" panose="020B0004020202020204" pitchFamily="34" charset="0"/>
              </a:rPr>
              <a:t>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1776E0D-83C0-CAA2-1A3D-64F57572A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005" y="1395970"/>
            <a:ext cx="5380167" cy="112033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 </a:t>
            </a:r>
            <a:r>
              <a:rPr lang="en-US" dirty="0" err="1">
                <a:latin typeface="Aptos" panose="020B0004020202020204" pitchFamily="34" charset="0"/>
              </a:rPr>
              <a:t>felhasználók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adatait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tárolja</a:t>
            </a:r>
            <a:r>
              <a:rPr lang="en-US" dirty="0">
                <a:latin typeface="Aptos" panose="020B0004020202020204" pitchFamily="34" charset="0"/>
              </a:rPr>
              <a:t>: </a:t>
            </a:r>
            <a:endParaRPr lang="hu-HU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email, </a:t>
            </a:r>
            <a:r>
              <a:rPr lang="en-US" dirty="0" err="1">
                <a:latin typeface="Aptos" panose="020B0004020202020204" pitchFamily="34" charset="0"/>
              </a:rPr>
              <a:t>jelszó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név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regisztráció</a:t>
            </a:r>
            <a:r>
              <a:rPr lang="en-US" dirty="0">
                <a:latin typeface="Aptos" panose="020B0004020202020204" pitchFamily="34" charset="0"/>
              </a:rPr>
              <a:t>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A699C8B2-633A-4615-1767-9D2AAFCD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1CABCA0D-F271-6440-5AEC-F57435854C0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0ED8FFA-1F7F-45D7-F101-E0C34FC96EC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D43AE5-A208-9FAA-0D2F-F556704D10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73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B8EBE-D4FB-A08E-AAD1-05203E29F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91B82C5-1F90-06B2-A205-D9B8D262D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D1F8650-730F-BDB1-0677-FF6A515B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87FD6C-7983-80CD-F2E8-DFC3F2A37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4655" y="52575"/>
            <a:ext cx="4574529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>
                <a:latin typeface="Aptos" panose="020B0004020202020204" pitchFamily="34" charset="0"/>
              </a:rPr>
              <a:t>Products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F9005AF-D482-AC0D-EE45-2871B6CA9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75860"/>
            <a:ext cx="3359155" cy="222697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összes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termékét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tartalmazza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név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ár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leírás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kategória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kép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5DC58D4-FE3A-DF22-438E-814154B42C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D8B8861-2C4E-5B99-0903-8B86C02C5C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62E30A0-B69D-15A4-53A7-8D0C82F36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0BDBD31-E45C-A8DA-959C-F6CDF7991E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9934" y="1977164"/>
            <a:ext cx="6096950" cy="3748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552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FD0-5417-C59B-E0FD-4FCD9DC2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04A29D8E-B3C5-3050-33D3-97FC7FA6E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65D09F2-BE6A-E8D6-AFEE-51E781A51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5A7CD72-5383-A096-FB0F-D1286B679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9013" y="51029"/>
            <a:ext cx="8293974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hu-HU" sz="4800" dirty="0">
                <a:latin typeface="Aptos" panose="020B0004020202020204" pitchFamily="34" charset="0"/>
              </a:rPr>
              <a:t>Digitális kulcsok és </a:t>
            </a:r>
            <a:r>
              <a:rPr lang="hu-HU" sz="4800" dirty="0" err="1">
                <a:latin typeface="Aptos" panose="020B0004020202020204" pitchFamily="34" charset="0"/>
              </a:rPr>
              <a:t>giftcardok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1B37C58-82D2-F8CA-7183-FC39149AB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170" y="1589931"/>
            <a:ext cx="4871723" cy="1061281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játék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kulcsok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ajándékkártyák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AB15C41-5823-A6C2-382B-DC3A56DEC4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67CD0B1E-7950-676D-40BE-89BC6F949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5A00673-8CA5-FE99-4473-CE235289957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7B95CC3D-EB7C-6148-98C6-415CC9C96D3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59617F-81A7-24CC-D781-CB39C6A172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45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1986-3741-CB2F-10F0-09EE4D091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E1E900D-7C5E-E363-875D-028FC629B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9040A89-75AF-ECEB-5379-11D3E2733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44DE9F5-38E9-C5BF-4091-D6355CA2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159" y="61577"/>
            <a:ext cx="6514269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Kosár és </a:t>
            </a:r>
            <a:r>
              <a:rPr lang="hu-HU" sz="4800" dirty="0">
                <a:latin typeface="Aptos" panose="020B0004020202020204" pitchFamily="34" charset="0"/>
              </a:rPr>
              <a:t>rendelés</a:t>
            </a:r>
            <a:r>
              <a:rPr lang="hu-HU" dirty="0">
                <a:latin typeface="Aptos" panose="020B0004020202020204" pitchFamily="34" charset="0"/>
              </a:rPr>
              <a:t> logika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B502A82-5B71-4F1F-E196-34DF9C7CB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kosár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tartalma</a:t>
            </a:r>
            <a:endParaRPr lang="hu-HU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orders: </a:t>
            </a:r>
            <a:r>
              <a:rPr lang="en-US" dirty="0" err="1">
                <a:latin typeface="Aptos" panose="020B0004020202020204" pitchFamily="34" charset="0"/>
              </a:rPr>
              <a:t>rendelések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rendelés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tételei</a:t>
            </a:r>
            <a:endParaRPr lang="en-US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078507C-C1D1-CBAA-D987-34A58650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97C2066-D588-942A-F5EC-E066A91FE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3070265-7F95-A005-DE4A-5FC174AAFF7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A07BE76-DE18-1BEF-4B58-16BC12F09C7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285570DE-127D-F362-273A-C45F75378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72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CC222-14EF-BE13-37E6-EA0743F1B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F22DA5A2-EAA1-913A-AFEA-0A96C27A9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B7B8E09-2C92-6886-0789-43DEDC7D9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5089784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59C8CA5-F065-4BE2-21CC-C44EE92B5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4057" y="-24509"/>
            <a:ext cx="4703880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>
                <a:latin typeface="Aptos" panose="020B0004020202020204" pitchFamily="34" charset="0"/>
              </a:rPr>
              <a:t>Szállítási </a:t>
            </a:r>
            <a:r>
              <a:rPr lang="hu-HU" sz="4800" dirty="0">
                <a:latin typeface="Aptos" panose="020B0004020202020204" pitchFamily="34" charset="0"/>
              </a:rPr>
              <a:t>adatok</a:t>
            </a:r>
            <a:r>
              <a:rPr lang="hu-HU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AD8580E-ECE8-8DE1-BA57-45347451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101295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Az orders </a:t>
            </a:r>
            <a:r>
              <a:rPr lang="en-US" dirty="0" err="1">
                <a:latin typeface="Aptos" panose="020B0004020202020204" pitchFamily="34" charset="0"/>
              </a:rPr>
              <a:t>táblában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találhatóak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A127FF57-DF48-EB9B-D909-D41470220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E9FF93B5-79A3-CB7C-4C3C-DF46E2A89B8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2434571-05C2-477C-D2D7-4B6C5AA094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8C4A14B-B553-006A-5018-E13CE755DF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079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EF0D-EE2B-1AB2-09F0-707619413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0CE8C4B-D505-73E8-6EFD-5581DF58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74CBB34-FBBF-8F90-9E9F-C4EF4B00B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Kapcsolatok az adatbázisban</a:t>
            </a: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FF45638A-33FC-B812-A640-F45F8144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E87372D-D2C5-AAF6-35A1-3C05B24427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D72D89A-3EFF-DD1C-FEB1-197BF7EBDE7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94EA0E-C4E5-C809-9DB5-C7D52D866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981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5718577-C218-7219-50FB-FC5FBD55C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95BC1557-A4AE-97B0-70EB-FE98C04FC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/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hu-HU" sz="3000" dirty="0">
                <a:latin typeface="Aptos" panose="020B0004020202020204" pitchFamily="34" charset="0"/>
              </a:rPr>
              <a:t>Valódi fizetési rendszer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Email küldés (számla, kulcs, rendelés)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Termékvideók a termékoldalon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Kuponkód rendszer</a:t>
            </a: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706719" y="127602"/>
            <a:ext cx="5358150" cy="878360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Tovább fejlesztés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BC6FF8FA-E7DB-56B5-88F0-AA3E3D5ACA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D4F1124D-0F6A-6614-3924-1252AF3381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7B88AD15-4C02-2E31-6C26-A068EB201A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2F7241AC-229F-0BE3-0261-6D19C54F10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ACAF97D-22E2-B68B-C054-FEF1328E1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F193742-FB31-D2E9-1C5E-C3A95A4B8A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53151"/>
            <a:ext cx="7606602" cy="1325563"/>
          </a:xfrm>
          <a:prstGeom prst="rect">
            <a:avLst/>
          </a:prstGeom>
        </p:spPr>
      </p:pic>
      <p:sp>
        <p:nvSpPr>
          <p:cNvPr id="350" name="Google Shape;350;p32"/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634745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Köszönjük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a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figyelmet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B440C9A-FDD1-99CE-8DBC-F77952BD96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ACE066F9-54B2-3048-BE27-67B114A61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/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en-US" sz="3000" dirty="0">
                <a:latin typeface="Aptos" panose="020B0004020202020204" pitchFamily="34" charset="0"/>
              </a:rPr>
              <a:t>By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</a:t>
            </a:r>
            <a:r>
              <a:rPr lang="en-US" sz="3000" dirty="0">
                <a:latin typeface="Aptos" panose="020B0004020202020204" pitchFamily="34" charset="0"/>
              </a:rPr>
              <a:t>Hunor  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Bakk, Simon</a:t>
            </a:r>
            <a:r>
              <a:rPr lang="en-US" sz="3000" dirty="0">
                <a:latin typeface="Aptos" panose="020B0004020202020204" pitchFamily="34" charset="0"/>
              </a:rPr>
              <a:t> Pásztor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, Marcell</a:t>
            </a:r>
            <a:r>
              <a:rPr lang="en-US" sz="3000" dirty="0">
                <a:latin typeface="Aptos" panose="020B0004020202020204" pitchFamily="34" charset="0"/>
              </a:rPr>
              <a:t> Halász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48DFA5-ADE5-1477-108F-A4203D95C4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624E055D-96F6-5DA5-EF13-D8213B30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0B049447-A37E-D241-CAB5-0F8797792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6EA39EBE-1901-997B-4DDE-59280493B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5719908B-97BA-A30F-6388-9659E37361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36" y="256015"/>
            <a:ext cx="5374309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4400"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members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80B6CD03-053C-6481-A05F-58A8D8FBD0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Project Manager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</a:rPr>
              <a:t> Frontend – Hunor Bakk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user interface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Backend – Simon Pásztor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development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Database – Marcell Halász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Database design</a:t>
            </a:r>
            <a:endParaRPr lang="en-US" dirty="0"/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FFB6B072-56C2-3913-FC77-621179BAD8A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B24E1F6F-553A-57C7-47FF-F7B4BACC438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CAED3524-73DB-0282-6254-D2D7E19FC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7331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>
          <a:extLst>
            <a:ext uri="{FF2B5EF4-FFF2-40B4-BE49-F238E27FC236}">
              <a16:creationId xmlns:a16="http://schemas.microsoft.com/office/drawing/2014/main" id="{C73B8141-380A-B413-2F8D-934CE639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82711173-4489-BBD3-D3A2-D9D00E615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865879A9-4F8C-05CE-0464-EAAE5EF70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>
            <a:extLst>
              <a:ext uri="{FF2B5EF4-FFF2-40B4-BE49-F238E27FC236}">
                <a16:creationId xmlns:a16="http://schemas.microsoft.com/office/drawing/2014/main" id="{FF41529E-15BA-6CB6-5FA6-FDD8B60840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75297" y="284932"/>
            <a:ext cx="3577434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topic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>
            <a:extLst>
              <a:ext uri="{FF2B5EF4-FFF2-40B4-BE49-F238E27FC236}">
                <a16:creationId xmlns:a16="http://schemas.microsoft.com/office/drawing/2014/main" id="{908D546C-A403-F1B4-5B59-06D82E5940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The main goal of our project is to create an online store where customers can purchase hardware, keys, or gift cards as they wish.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Digital products (keys, gift cards) – no account required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Hardware purchases – account required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BE2975F6-F5EB-5888-1E35-29D4FA890AC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5442648-7C5D-A21C-B6E6-B21AA3A10BF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575661E-49AC-A347-9662-DA163F880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875A66-AEB0-B6F7-C4DE-E9D4C4C70E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4BB16A5-C840-659E-B9DE-91FF5C259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5A28F0E-95C1-72B8-1F0B-871F1AE4B6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65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6133" y="348859"/>
            <a:ext cx="4278251" cy="595626"/>
          </a:xfrm>
        </p:spPr>
        <p:txBody>
          <a:bodyPr>
            <a:noAutofit/>
          </a:bodyPr>
          <a:lstStyle/>
          <a:p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What</a:t>
            </a:r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 I 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used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Front-end technologies: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Other programs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88FA4D7-1F2F-AB58-8F11-4CDBE9A4B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35FA097B-D07A-1487-20E0-121DAD46BD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103619" y="3199597"/>
            <a:ext cx="45719" cy="66086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4382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55DC-9E4F-5D5C-54F4-53237EF16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DCFB1D68-F45C-0196-A143-3491D11DA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72BCFA28-CFA8-7B0A-3490-D9228FC3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8541" y="355369"/>
            <a:ext cx="5751770" cy="65302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Home + </a:t>
            </a:r>
            <a:r>
              <a:rPr lang="hu-HU" sz="4800" dirty="0" err="1">
                <a:latin typeface="Aptos" panose="020B0004020202020204" pitchFamily="34" charset="0"/>
              </a:rPr>
              <a:t>Features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E3BBA1EC-9E54-DED5-C1CB-5DB87230C2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B455FAF6-FE4C-C6FD-040F-A5A00CA4983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92E8C88-0ADC-5602-EC6D-17D97566D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5D1DD73-2C86-5426-9FA3-A182D62AB8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CE07A35D-2AF2-3ED3-1363-FD1736CFF6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3212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5" y="177678"/>
            <a:ext cx="5023608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+ </a:t>
            </a:r>
            <a:r>
              <a:rPr lang="hu-HU" dirty="0" err="1">
                <a:latin typeface="Aptos" panose="020B0004020202020204" pitchFamily="34" charset="0"/>
              </a:rPr>
              <a:t>Checkout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02C517E2-D158-8037-10BF-66AB114D11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70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D282-CFEE-C5DA-5393-11B15311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090FBA4A-F839-E3D3-5155-9C5D2D80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D939ECBC-9B65-AAD7-DA30-9E05D4E6D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3AD26FD-0C11-6164-F75B-CBB83DC62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2" y="189252"/>
            <a:ext cx="5166545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Pop-</a:t>
            </a:r>
            <a:r>
              <a:rPr lang="hu-HU" sz="4800" dirty="0" err="1">
                <a:latin typeface="Aptos" panose="020B0004020202020204" pitchFamily="34" charset="0"/>
              </a:rPr>
              <a:t>up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windows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382224CD-65E0-D0FB-DDB0-14BCFB30A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We use modal windows on this website.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4ECBAA5-C0F8-AFFC-B39D-48AF17A181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8724F32-AC36-4F7A-C1ED-5D6A2AB10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3CCE3A8-FF85-68F9-B697-208D29E807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B8E47170-341C-3F1A-C736-8634FAD358B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6B1F4281-C0F4-E666-8887-3B6ACE085ADC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B7262A85-7AB2-1AFE-CF14-1FBF5E0252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0CCC-C8AF-1C6D-E330-F4CAB037B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C93EA9F-3618-DCF6-E294-43F57742C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" y="2951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40CB664-EE80-9CD5-EC72-015544845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953" y="1609080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2186F1-CEC8-7EE2-2330-DCF9C735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0795" y="427306"/>
            <a:ext cx="3520690" cy="549420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D0785-C307-1DEE-BC19-0C17BD233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The backend part of the project is based on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Node.js and uses the Express framework.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This is a REST API that will provide data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management endpoints for the frontend.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658FF8-0F6C-5F83-F8BC-671DD8EBACE3}"/>
              </a:ext>
            </a:extLst>
          </p:cNvPr>
          <p:cNvSpPr txBox="1"/>
          <p:nvPr/>
        </p:nvSpPr>
        <p:spPr>
          <a:xfrm>
            <a:off x="1448953" y="3421329"/>
            <a:ext cx="929409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Backend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User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Shopping cart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Order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Stock control and reduction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Permission management</a:t>
            </a:r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813F76B6-64CF-1372-CA37-D165CDC71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DD68D27-12BB-616F-F7C6-6E4C1558146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D33DCE4-4274-8B47-5C39-FEEB6704B7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F90AA14-2D82-2B99-A4ED-C18B800D7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57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7468C-E4C2-436E-4154-1BF5C8CE9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BD907E97-AB01-87A2-D8CF-2B87255D8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6BC54E5-0797-2BB1-09ED-F12503B99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85565E-6DC2-B272-8AEE-246B68EF3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Folder</a:t>
            </a:r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structure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2EEEA-9861-8554-FC4A-128A84D1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F05A5B-A166-679B-0D9D-436F4924F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6DEBA-EE42-09AB-54E3-4101A6C9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6380CC-7E6B-6D84-1D9E-578A7643EF2E}"/>
              </a:ext>
            </a:extLst>
          </p:cNvPr>
          <p:cNvSpPr txBox="1"/>
          <p:nvPr/>
        </p:nvSpPr>
        <p:spPr>
          <a:xfrm>
            <a:off x="460199" y="1205602"/>
            <a:ext cx="601853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/ </a:t>
            </a:r>
            <a:endParaRPr lang="en-US" sz="2000" b="1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Setting up database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Business logic management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Transactions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Stock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Authorization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database structure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Managing ORM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Querying and saving data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HTTP endpoints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1767B5-B6B9-4A4C-7B48-352981658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B99A41D2-27DE-2ABC-5DCF-958D16C1CB5A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80BDEF67-3D0A-FD3C-B171-50A18A1E98D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1A6B195A-22AA-7B2B-F32A-86AE16C129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985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CC398-CFE4-E5EB-56AA-3A388721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76B3F72D-1358-9E64-757D-AC742AFB1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906EBE-A1BD-ABEE-7D53-0F2281EE4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20242EF8-7032-DB83-D728-6000CB02C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BC48FD-EABE-081E-ABB5-499C4A06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0544" y="507865"/>
            <a:ext cx="4490916" cy="532102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3679B-B4AE-574A-D7CE-2533BAF29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Auth.middleware.js</a:t>
            </a:r>
            <a:r>
              <a:rPr lang="en-US" sz="2400" dirty="0">
                <a:ea typeface="+mn-lt"/>
                <a:cs typeface="+mn-lt"/>
              </a:rPr>
              <a:t>: Checks the JWT in the authorization header. If the token is valid, the user's data is added to the </a:t>
            </a:r>
            <a:r>
              <a:rPr lang="en-US" sz="2400" dirty="0" err="1">
                <a:ea typeface="+mn-lt"/>
                <a:cs typeface="+mn-lt"/>
              </a:rPr>
              <a:t>req.user</a:t>
            </a:r>
            <a:r>
              <a:rPr lang="en-US" sz="2400" dirty="0">
                <a:ea typeface="+mn-lt"/>
                <a:cs typeface="+mn-lt"/>
              </a:rPr>
              <a:t> object; if it is missing or invalid, the request receives an error </a:t>
            </a:r>
            <a:r>
              <a:rPr lang="en-US" sz="2400" i="1" dirty="0">
                <a:ea typeface="+mn-lt"/>
                <a:cs typeface="+mn-lt"/>
              </a:rPr>
              <a:t>(401 / 403)</a:t>
            </a:r>
            <a:r>
              <a:rPr lang="en-US" sz="2400" dirty="0">
                <a:ea typeface="+mn-lt"/>
                <a:cs typeface="+mn-lt"/>
              </a:rPr>
              <a:t>. We use this for protected endpoints.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Optional.middleware.js</a:t>
            </a:r>
            <a:r>
              <a:rPr lang="en-US" sz="2400" dirty="0">
                <a:ea typeface="+mn-lt"/>
                <a:cs typeface="+mn-lt"/>
              </a:rPr>
              <a:t>: Optionally checks the token. If there is a valid token, it loads the user; if it is missing or invalid, the request continues as a guest.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F6ED8-7F55-D45C-020B-AE294D1B5B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55305-EDBA-E7A4-7DA9-49851C937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9BD0D-10D2-D465-F8FE-4474C9A42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85EA98D-8AE0-5692-2673-D7B0673BF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8FB05465-5328-3ABB-6960-475BF0B0AE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FAFCE4FC-B0DE-A25B-862E-4074F22AE853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7A49D1BE-5A91-EEEB-2FF3-C3A4A6FC416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1944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FAC36-2E6E-EB2D-65B0-75BA040E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9C6F63B7-AAF2-6402-2AAE-562F3CED4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F6A6001-13AA-26D6-36FB-C3EE1EB97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A12E7D-EF8F-2C32-05A0-5678EC677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5773967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DD656-5AC6-ABB5-28EF-9E899BFE0F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34FF0-096B-185E-A4E7-879B0CC09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B93A4-7AFE-2081-5274-4E73E3DBC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8802B3-DAAB-6277-6CE4-6AC96ED875DA}"/>
              </a:ext>
            </a:extLst>
          </p:cNvPr>
          <p:cNvSpPr txBox="1"/>
          <p:nvPr/>
        </p:nvSpPr>
        <p:spPr>
          <a:xfrm>
            <a:off x="460201" y="1291160"/>
            <a:ext cx="391422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Create a new user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Encrypt password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Check if it is already taken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Then log in automatically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101ED7-4C10-907B-601E-095F9135DB3B}"/>
              </a:ext>
            </a:extLst>
          </p:cNvPr>
          <p:cNvSpPr txBox="1"/>
          <p:nvPr/>
        </p:nvSpPr>
        <p:spPr>
          <a:xfrm>
            <a:off x="461056" y="3476435"/>
            <a:ext cx="601768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Search for user in database 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Password verification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generation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A62A8B9-4284-6FF8-524C-E6CBCE363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B8D4E81-AA70-981F-641B-F607360B0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CA67E8-CE0D-E722-7F1B-56FBF3EE56FA}"/>
              </a:ext>
            </a:extLst>
          </p:cNvPr>
          <p:cNvSpPr txBox="1"/>
          <p:nvPr/>
        </p:nvSpPr>
        <p:spPr>
          <a:xfrm>
            <a:off x="10226436" y="4983395"/>
            <a:ext cx="162689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4F763F78-3B16-923B-0101-231F532B6BE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0B83C7F6-036A-E5AB-7062-169DFFDB21E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05570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5A99E-6CF1-1811-4338-40D5FA62E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C2BDD8D8-2D18-D234-1CEE-7CFB32253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0BBC5ED7-8401-E634-1386-14972431D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497840-BFC0-E49D-0FB3-F997F44EB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50" y="387776"/>
            <a:ext cx="6121364" cy="566738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475FE-83B6-8E26-09C6-EB52C0FDA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8"/>
            <a:ext cx="3405873" cy="2416738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000000"/>
                </a:solidFill>
                <a:ea typeface="+mn-lt"/>
                <a:cs typeface="+mn-lt"/>
              </a:rPr>
              <a:t>For users:</a:t>
            </a:r>
            <a:r>
              <a:rPr lang="en-US" sz="2000" b="1" dirty="0">
                <a:ea typeface="+mn-lt"/>
                <a:cs typeface="+mn-lt"/>
              </a:rPr>
              <a:t> </a:t>
            </a:r>
          </a:p>
          <a:p>
            <a:r>
              <a:rPr lang="en-US" sz="2000" dirty="0"/>
              <a:t>All products are available for purchase</a:t>
            </a:r>
          </a:p>
          <a:p>
            <a:r>
              <a:rPr lang="en-US" sz="2000" dirty="0">
                <a:ea typeface="+mn-lt"/>
                <a:cs typeface="+mn-lt"/>
              </a:rPr>
              <a:t>When purchasing hardware products, it is mandatory to provide shipping information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117E3-5199-A894-85A8-B8A6EC05CB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347052-CE0E-33F0-1A3D-B354B2D7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DC65E-A052-DF58-37F3-8F0621FF0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E0F6B92-3C52-5F71-5811-FC52CCBA74E6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For Guests:</a:t>
            </a:r>
          </a:p>
          <a:p>
            <a:r>
              <a:rPr lang="en-US" dirty="0">
                <a:ea typeface="+mn-lt"/>
                <a:cs typeface="+mn-lt"/>
              </a:rPr>
              <a:t>Only game keys and gift cards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be purchased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All you need is an email address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Private and convenient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5875CF-DDA0-1447-BCB8-939DC4D4FDCC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Example: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8993ED-2140-D5A7-AD3E-79782984A80D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Example: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D5E1244-46F8-B5A0-C2A0-7E1F84A2B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115705-6804-EBF4-D603-F34295EB9247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6F74F5B5-0301-30E6-AB49-CA434D21909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14B380CD-DF95-C605-320A-29FC1661572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92250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26A1B-43C3-6333-E7BF-34F2AB2B6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782054E-B94A-AEE4-7F22-9BFFE3AEB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F4ACB1-3623-D21D-E043-382670B8E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5D565-1BB3-4984-0A8E-7F6F4DF67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dirty="0" err="1">
                <a:latin typeface="Aptos" panose="020B0004020202020204" pitchFamily="34" charset="0"/>
                <a:ea typeface="+mj-lt"/>
                <a:cs typeface="+mj-lt"/>
              </a:rPr>
              <a:t>opetarion</a:t>
            </a:r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/postman tests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227F6-F033-DEC0-8F85-6E58D703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3EC1D-F974-5B06-80B6-279B734191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547F4-C834-4FD8-AD41-A72BE890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9FD51F-3BF9-2D49-B897-6FDD6E1AAE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05691AF-0F96-0168-F4CB-1012D9F3CC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00A8BF07-E2AF-EEA0-8FD8-96D22F1398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8356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FDAC4-1579-4C66-3428-8E28C7FB3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09672D2-494F-F608-19A8-E6BBF6688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4DBB999-56BA-0977-5695-08DB7DA66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94D3C37-EBA0-5AA4-8C55-1C35D60A4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661" y="12044"/>
            <a:ext cx="984920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design and </a:t>
            </a:r>
            <a:r>
              <a:rPr lang="hu-HU" sz="5300" dirty="0" err="1">
                <a:latin typeface="Aptos" panose="020B0004020202020204" pitchFamily="34" charset="0"/>
              </a:rPr>
              <a:t>operation</a:t>
            </a:r>
            <a:endParaRPr lang="hu-HU" sz="53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ECC91D5-B980-43DC-9D1A-614841EDD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Our project is 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that sells digital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products, handling games, keys, and gift cards.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One of the most important components of the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system is the database, which stores all user,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product, and order-related data.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3ACEC93-8D28-BC6A-F90C-3B08E0FD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F799A73-8B81-7934-FABC-D98DA5546E6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2F4C67C-CB4B-1ED9-E5D5-31446A0001B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C354FE9-623F-F329-B45A-24954B0A93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008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26A03-60CF-8018-93E2-5203C6CE7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2D4CC98-E520-9CDB-3BAD-901329C21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4D332305-3950-06D8-E045-C6AE533C2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9916B19-FB2A-9DC3-F3E1-2FAAD4B86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386323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</a:t>
            </a:r>
            <a:r>
              <a:rPr lang="hu-HU" sz="5300" dirty="0" err="1">
                <a:latin typeface="Aptos" panose="020B0004020202020204" pitchFamily="34" charset="0"/>
              </a:rPr>
              <a:t>technolgy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802A7A-1844-3406-3125-A41C3A67C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8" y="1648002"/>
            <a:ext cx="5692853" cy="3009915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MySQL database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XAMPP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phpMyAdmin</a:t>
            </a:r>
          </a:p>
          <a:p>
            <a:pPr>
              <a:buNone/>
            </a:pP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Backend: Node.js + Express + </a:t>
            </a:r>
            <a:r>
              <a:rPr lang="en-US" dirty="0" err="1">
                <a:latin typeface="Aptos" panose="020B0004020202020204" pitchFamily="34" charset="0"/>
              </a:rPr>
              <a:t>Sequelize</a:t>
            </a:r>
            <a:r>
              <a:rPr lang="en-US" dirty="0">
                <a:latin typeface="Aptos" panose="020B0004020202020204" pitchFamily="34" charset="0"/>
              </a:rPr>
              <a:t> ORM</a:t>
            </a:r>
            <a:endParaRPr lang="en-US" dirty="0"/>
          </a:p>
          <a:p>
            <a:pPr>
              <a:buNone/>
            </a:pP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AEEAF2F-DEB1-0B35-6836-8DB7E0D42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D5DF38B7-2F2B-C42F-EF25-FC2CD73BF3F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5ABDB53-6E01-E1D6-500E-22AC526AD8B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56A5BE6-603C-A1A0-E2DB-3F76C5B98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6873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23A77-5F85-7C45-4BB8-07F0BB38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60C988E-2636-81A9-EAB8-29D4800C0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F1D913D-056D-B5B0-38B1-39F950174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1083" y="60167"/>
            <a:ext cx="8618285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The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r>
              <a:rPr lang="hu-HU" sz="4800" dirty="0">
                <a:latin typeface="Aptos" panose="020B0004020202020204" pitchFamily="34" charset="0"/>
              </a:rPr>
              <a:t> main </a:t>
            </a:r>
            <a:r>
              <a:rPr lang="hu-HU" sz="4800" dirty="0" err="1">
                <a:latin typeface="Aptos" panose="020B0004020202020204" pitchFamily="34" charset="0"/>
              </a:rPr>
              <a:t>columns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092E397-81F1-8B72-02AC-D797D5A26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1901B393-21EF-5C6D-076A-0A6A012470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B9CF0E-41D3-961D-68E0-58DECC36B77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74AC903-9446-D506-7FE0-8A3A91402F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631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38834-0EE0-62D4-F523-201BC82A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6A25CD9C-88DF-83CC-734C-EE260D28B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AAB2478-61F8-E82B-CC97-00D2620C7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9"/>
            <a:ext cx="4982187" cy="96959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2D6DA3D-E650-D11C-DDDD-54C56A9C0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0662" y="69393"/>
            <a:ext cx="1964422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CC4C3F5-724C-49EA-3773-D6C8D7C6A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679" y="1324584"/>
            <a:ext cx="5505190" cy="4393091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It stores user data: email, password, name, registration.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CC744FF5-7463-C45C-C023-DA7769AF2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972C221C-B19D-A9F7-99CB-281DC21F994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1FA509D-AD8D-CA4A-9517-9D4A75DDFAB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7443C12B-8469-C456-DB0B-F26E53DA7A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3679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8C4F-BB12-917F-782C-270B4F31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9BCC5A2-0631-4AB3-D1C4-4BBC284A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7667677-6F9F-E958-D07C-B3CF22C1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6A60682-7D25-D996-A13B-11649875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695" y="60167"/>
            <a:ext cx="2874604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 err="1">
                <a:latin typeface="Aptos" panose="020B0004020202020204" pitchFamily="34" charset="0"/>
              </a:rPr>
              <a:t>Product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B02F275-DDA7-58D9-CD93-45833AF14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08353"/>
            <a:ext cx="3359155" cy="253524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It contains all products of the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: name, price, description,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category, image.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E706C89A-3944-B251-4EFC-54BAD60874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2AE9B45-9192-F92A-4EE7-77764A8775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641DC1E-846E-9D86-C522-2BA6FD8A16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5EEF1976-B417-08D2-763A-C3EA4EDFA1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9934" y="1977164"/>
            <a:ext cx="6096950" cy="3748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827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B9825-8BD4-054A-28DF-2DA5FF5E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8BAEDAD-7102-622D-EB46-4E7367EB2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5E1251A-8AC8-AB9A-A82E-57D58412B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9588867-01C8-EF90-3BBE-5915A5757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038" y="40729"/>
            <a:ext cx="7194987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en-US" sz="4800" dirty="0">
                <a:latin typeface="Aptos" panose="020B0004020202020204" pitchFamily="34" charset="0"/>
              </a:rPr>
              <a:t>Digital keys and gift cards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AD97770-14B6-AB76-73A9-9C615059B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5268" y="1486576"/>
            <a:ext cx="4871723" cy="1267991"/>
          </a:xfrm>
        </p:spPr>
        <p:txBody>
          <a:bodyPr/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D4DFC6-D192-344C-188D-4728F9158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00D36D00-2978-5A36-96E9-4EB5F6536E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E842F72C-5707-3B9E-5512-5583C1448A7B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01CCA605-7BCE-FE35-90D8-8BE3256164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75E8F3-6936-6D63-E3EA-4343FBB93C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355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B1B75-331E-1385-95A6-DE5C4222C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747A38D-6908-0473-DC6C-60AC5A071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D5D445A-C280-B576-B388-EC2D26254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37D52BF-0D5B-DE0B-E0C5-3B7B7EC21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3719" y="28146"/>
            <a:ext cx="6396081" cy="1325563"/>
          </a:xfrm>
        </p:spPr>
        <p:txBody>
          <a:bodyPr/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and </a:t>
            </a:r>
            <a:r>
              <a:rPr lang="hu-HU" dirty="0" err="1">
                <a:latin typeface="Aptos" panose="020B0004020202020204" pitchFamily="34" charset="0"/>
              </a:rPr>
              <a:t>order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hu-HU" dirty="0" err="1">
                <a:latin typeface="Aptos" panose="020B0004020202020204" pitchFamily="34" charset="0"/>
              </a:rPr>
              <a:t>logic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D2FCAC-5B93-C7B5-70C8-E30C07FAE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orders: 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</a:t>
            </a: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CD7A779-02F8-E625-1603-3CF471A37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CDECA7E-5E32-CE16-55EF-1CA7413396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621D69-36FE-24B4-B882-040AF6B1A8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9BCCC329-2681-F843-A171-6DCF03B34F3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722BCF9-1629-4FA5-A346-A09F894613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042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C9748-A758-5E58-8789-0257E87B9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34C7C70F-3CF3-F212-417C-F96BD7CDF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BFF0D19-4427-A809-4694-1EF9D125A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2720935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385BCCE-0614-0415-831C-80F8CAFDD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2417" y="29381"/>
            <a:ext cx="2227159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 err="1">
                <a:latin typeface="Aptos" panose="020B0004020202020204" pitchFamily="34" charset="0"/>
              </a:rPr>
              <a:t>Orders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7D7FF14-0D8C-3F16-0DCA-24804DF595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393091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FE6AABE-822F-7D18-AC6E-17E7C9ECE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CD3C3E6-E5B0-FB58-2CA3-23F2C54F3C9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4D7BAE4B-5BF9-EB56-CB60-81988E6C630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27C7232-3F1E-26BB-30BC-EFA0FA7F6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5500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3E3D-51D5-971B-3446-84C255063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4FDC8E6-246A-0A1D-72DB-A3B291784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A6D2EE-9ED1-513E-3BBB-D6419292C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Connections</a:t>
            </a:r>
            <a:r>
              <a:rPr lang="hu-HU" sz="4800" dirty="0">
                <a:latin typeface="Aptos" panose="020B0004020202020204" pitchFamily="34" charset="0"/>
              </a:rPr>
              <a:t> in </a:t>
            </a:r>
            <a:r>
              <a:rPr lang="hu-HU" sz="4800" dirty="0" err="1">
                <a:latin typeface="Aptos" panose="020B0004020202020204" pitchFamily="34" charset="0"/>
              </a:rPr>
              <a:t>the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120EAC91-E0A3-143F-AEA0-EEE060C12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52A1D84-DE27-35D7-40D1-3D093A4707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C4E7DDE9-B061-8D5E-8839-BD9CE83305F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702DE53-13C0-2EB4-3313-9E6B87608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612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985BF-C052-97CF-C943-343B173D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A2B676C-0E40-B6F6-9F05-53E6B458D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027EA24F-B5AA-33F6-D4A6-DEE69CA16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DC4031B8-D0DE-037B-9C55-A589C66CB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en-US" sz="3000" dirty="0">
                <a:latin typeface="Aptos" panose="020B0004020202020204" pitchFamily="34" charset="0"/>
              </a:rPr>
              <a:t>Real payment system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Email sending (invoices, keys, orders)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Product videos on the product page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Coupon code system</a:t>
            </a:r>
            <a:endParaRPr lang="hu-HU" sz="3000" dirty="0">
              <a:latin typeface="Aptos" panose="020B000402020202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34BD68C-521C-F772-BAF6-D1D77111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9446" y="187416"/>
            <a:ext cx="6780858" cy="878360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Further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development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0D3EAB54-701B-C6F2-33F5-34A9642327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C14C396E-C52B-F11E-8136-9708E3C431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BB8FFF0-F267-064E-11B9-9A46337FE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98EB0A3-2BCB-78FF-57E7-346E7DDEE0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9555805-CB34-AE28-C811-8159AA983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F1B99B66-48CC-8272-35B3-2F0F9CBC6B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3421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>
          <a:extLst>
            <a:ext uri="{FF2B5EF4-FFF2-40B4-BE49-F238E27FC236}">
              <a16:creationId xmlns:a16="http://schemas.microsoft.com/office/drawing/2014/main" id="{30524446-EDEB-3B8E-A476-7614552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ED7C7719-34D9-C5FB-C06B-4F4101995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607B7BF-9473-0F14-4E7B-1FCAF9A99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153151"/>
            <a:ext cx="8044963" cy="1325563"/>
          </a:xfrm>
          <a:prstGeom prst="rect">
            <a:avLst/>
          </a:prstGeom>
        </p:spPr>
      </p:pic>
      <p:sp>
        <p:nvSpPr>
          <p:cNvPr id="350" name="Google Shape;350;p32">
            <a:extLst>
              <a:ext uri="{FF2B5EF4-FFF2-40B4-BE49-F238E27FC236}">
                <a16:creationId xmlns:a16="http://schemas.microsoft.com/office/drawing/2014/main" id="{0758852B-EAE0-3D2F-C484-36306612AF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886850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Thank you for your attention!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4FBC47AF-CC96-174D-ABF2-420752006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123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1539</Words>
  <Application>Microsoft Office PowerPoint</Application>
  <PresentationFormat>Szélesvásznú</PresentationFormat>
  <Paragraphs>347</Paragraphs>
  <Slides>50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50</vt:i4>
      </vt:variant>
    </vt:vector>
  </HeadingPairs>
  <TitlesOfParts>
    <vt:vector size="58" baseType="lpstr">
      <vt:lpstr>Play</vt:lpstr>
      <vt:lpstr>Aptos</vt:lpstr>
      <vt:lpstr>Arial</vt:lpstr>
      <vt:lpstr>Arial,Sans-Serif</vt:lpstr>
      <vt:lpstr>Calibri</vt:lpstr>
      <vt:lpstr>Wingdings</vt:lpstr>
      <vt:lpstr>Avenir Next LT Pro Light</vt:lpstr>
      <vt:lpstr>Office-téma</vt:lpstr>
      <vt:lpstr>PowerPoint-bemutató</vt:lpstr>
      <vt:lpstr>Projekt tagok</vt:lpstr>
      <vt:lpstr>Projekt témája</vt:lpstr>
      <vt:lpstr>Amit használtam</vt:lpstr>
      <vt:lpstr>Mappastruktúra</vt:lpstr>
      <vt:lpstr>App routes</vt:lpstr>
      <vt:lpstr>Főoldal + Funkciók</vt:lpstr>
      <vt:lpstr>Kosár + Pénztár</vt:lpstr>
      <vt:lpstr>Felugró ablakok</vt:lpstr>
      <vt:lpstr>Backend</vt:lpstr>
      <vt:lpstr>Mappastruktúra</vt:lpstr>
      <vt:lpstr>Middlewares</vt:lpstr>
      <vt:lpstr>REGISTER &amp; login</vt:lpstr>
      <vt:lpstr>Cart &amp; order/checkout</vt:lpstr>
      <vt:lpstr>API működés/postman tesztek</vt:lpstr>
      <vt:lpstr>  Adatbázis tervezése és működése</vt:lpstr>
      <vt:lpstr>  Adatbázis technológiája</vt:lpstr>
      <vt:lpstr>  Az adatbázis fő táblái</vt:lpstr>
      <vt:lpstr>  Users tábla</vt:lpstr>
      <vt:lpstr>  Products tábla</vt:lpstr>
      <vt:lpstr>  Digitális kulcsok és giftcardok</vt:lpstr>
      <vt:lpstr>  Kosár és rendelés logika</vt:lpstr>
      <vt:lpstr>  Szállítási adatok </vt:lpstr>
      <vt:lpstr>  Kapcsolatok az adatbázisban</vt:lpstr>
      <vt:lpstr>Tovább fejlesztés</vt:lpstr>
      <vt:lpstr>Köszönjük a figyelmet!</vt:lpstr>
      <vt:lpstr>PowerPoint-bemutató</vt:lpstr>
      <vt:lpstr>Project members</vt:lpstr>
      <vt:lpstr>Project topic</vt:lpstr>
      <vt:lpstr>What I used</vt:lpstr>
      <vt:lpstr>Home + Features</vt:lpstr>
      <vt:lpstr>Cart + Checkout</vt:lpstr>
      <vt:lpstr>Pop-up windows</vt:lpstr>
      <vt:lpstr>Backend</vt:lpstr>
      <vt:lpstr>Folder structure</vt:lpstr>
      <vt:lpstr>Middlewares</vt:lpstr>
      <vt:lpstr>REGISTER &amp; login</vt:lpstr>
      <vt:lpstr>Cart &amp; order/checkout</vt:lpstr>
      <vt:lpstr>API opetarion/postman tests</vt:lpstr>
      <vt:lpstr>  Database design and operation</vt:lpstr>
      <vt:lpstr>  Database technolgy</vt:lpstr>
      <vt:lpstr>  The database main columns</vt:lpstr>
      <vt:lpstr>  Users</vt:lpstr>
      <vt:lpstr>  Products</vt:lpstr>
      <vt:lpstr>  Digital keys and gift cards</vt:lpstr>
      <vt:lpstr>  Cart and order logic</vt:lpstr>
      <vt:lpstr>  Orders</vt:lpstr>
      <vt:lpstr> Connections in the database</vt:lpstr>
      <vt:lpstr>Further development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O365 felhasználó</dc:creator>
  <cp:lastModifiedBy>O365 felhasználó</cp:lastModifiedBy>
  <cp:revision>53</cp:revision>
  <dcterms:created xsi:type="dcterms:W3CDTF">2026-01-07T20:40:53Z</dcterms:created>
  <dcterms:modified xsi:type="dcterms:W3CDTF">2026-05-13T20:15:50Z</dcterms:modified>
</cp:coreProperties>
</file>